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KNOWFLOW_ROUND7_PPTX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HarmonyOS compatibility picker acceptance.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